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279110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7144" y="1672682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991150"/>
            <a:ext cx="133814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227294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2125291"/>
            <a:ext cx="66316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0254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78394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82301" y="2341756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7144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94364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86872" y="2538542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EF6(NuGet)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8109" y="2991150"/>
            <a:ext cx="8205985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 ― System.Web もアプリも使う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7144" y="3207615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91444" y="3207615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109" y="3463437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3679902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5666" y="3679902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74407" y="367990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42548" y="367990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15179" y="3679902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8109" y="3935724"/>
            <a:ext cx="9583489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7144" y="4152189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16374" y="4152189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4467047"/>
            <a:ext cx="9583489" cy="55100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7144" y="4683512"/>
            <a:ext cx="555748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の機能(アプリケーション プール・URL Rewrite・静的ファイル・customHeaders・W3C ログ・Windows 認証)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74151" y="4683512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976317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51195" y="4683512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609397" y="4683512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76863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7144" y="4880298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8109" y="5057406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035" y="1062645"/>
            <a:ext cx="295179" cy="336504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572" y="2125291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IIS(ネイティブ)が .NET を載せる(w3wp)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統合パイプラインで System.Web を呼ぶ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0469027" y="452608"/>
            <a:ext cx="1613647" cy="196786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469027" y="2479506"/>
            <a:ext cx="1613647" cy="2026898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528063" y="2735328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000350" y="2705810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528063" y="3325687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00350" y="3296169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28063" y="3916045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000350" y="3886527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449348" y="4545761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7788798" y="6533302"/>
            <a:ext cx="121417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サーバー(IIS)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21041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9278470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5612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806823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6045" y="610037"/>
            <a:ext cx="73278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8691" y="610037"/>
            <a:ext cx="50549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1979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109" y="1062645"/>
            <a:ext cx="1279110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46576" y="1062645"/>
            <a:ext cx="177107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7010" y="1062645"/>
            <a:ext cx="1023288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 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655" y="1062645"/>
            <a:ext cx="983931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Text.Json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2944" y="1062645"/>
            <a:ext cx="90521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7517" y="393572"/>
            <a:ext cx="342408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38915" y="2144969"/>
            <a:ext cx="1672682" cy="122007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638915" y="3168258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109" y="2184327"/>
            <a:ext cx="66316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7144" y="2400791"/>
            <a:ext cx="21894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ミドルウェアのパイプライン・HttpContext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06155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90578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88252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144" y="2597578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4156" y="2597578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99162" y="2184327"/>
            <a:ext cx="12003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8197" y="2400791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58197" y="2597578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8197" y="2794364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58197" y="2991150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 無し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3404401"/>
            <a:ext cx="9583489" cy="491965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3620866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84819" y="362086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52959" y="3620866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01" y="3620866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09621" y="3620866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8109" y="3935724"/>
            <a:ext cx="9583489" cy="551001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7144" y="4152189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03909" y="4152189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6665" y="3984921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8109" y="4526083"/>
            <a:ext cx="4791744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7144" y="4742548"/>
            <a:ext cx="2365124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ANCM(Kestrel に転送・.NET を載せる)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81787" y="4742548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56665" y="4742548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68769" y="4742548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493933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59210" y="4526083"/>
            <a:ext cx="4752387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18246" y="4742548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07835" y="4742548"/>
            <a:ext cx="2034523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nginx・Apache(任意。Kestrel に転送)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18246" y="4939334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0362" y="493933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28418" y="493933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83307" y="4939334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5214835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035" y="1062645"/>
            <a:ext cx="295179" cy="3424080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3572" y="2184327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 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IIS・systemd・Docker が載せる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491965" cy="1889147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CoreWCF(サービスの本体)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9431" y="1062645"/>
            <a:ext cx="747787" cy="90521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WCF の受け口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18467" y="1279110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 登録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18467" y="1475896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AJAX(/js)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18467" y="1672682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互換の型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5(移植)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Razor・WebPages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2(移植)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2991150"/>
            <a:ext cx="1338146" cy="51164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973451" y="3306008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↓(違う所だけ)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36097" y="3502794"/>
            <a:ext cx="275500" cy="1023288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直接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3451" y="3542152"/>
            <a:ext cx="1023288" cy="983931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FrameworkOnCore</a:t>
            </a:r>
          </a:p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.Compat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32487" y="3896367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数値・カルチャ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2487" y="409315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ファイル・VB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2487" y="428993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削除された型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9431" y="2125291"/>
            <a:ext cx="6100373" cy="82650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318467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41577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09717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18467" y="2538542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02497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09717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18467" y="2735328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59431" y="2991150"/>
            <a:ext cx="3325687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18467" y="3207615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899971" y="3207615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19767" y="3207615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18467" y="3404401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24620" y="3404401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97252" y="3404401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318467" y="3601187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18467" y="3797974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8109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4624476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728109" y="4053796"/>
            <a:ext cx="4388332" cy="472286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のパイプライン(Microsoft)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7144" y="4270261"/>
            <a:ext cx="146630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HttpContext・ミドルウェア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282966" y="4270261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64076" y="4270261"/>
            <a:ext cx="105305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圧縮・URL Rewrite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55799" y="2991150"/>
            <a:ext cx="3778295" cy="153493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 ― System.Web もアプリも使う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14835" y="3207615"/>
            <a:ext cx="94973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94092" y="3207615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534944" y="3207615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14835" y="3404401"/>
            <a:ext cx="644966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構成(移植)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8109" y="4565440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クラスライブラリ(そのまま。Compat も、その上で動く)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87144" y="4781905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559776" y="4781905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275586" y="4781905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32328" y="4781905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32248" y="4781905"/>
            <a:ext cx="165226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System.Diagnostics.EventLog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8109" y="5037727"/>
            <a:ext cx="9583489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87144" y="5254192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45234" y="5254192"/>
            <a:ext cx="2845528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アプリの、結果が違う呼び出しだけ Compat に書き換える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776665" y="5086923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109" y="5529692"/>
            <a:ext cx="4791744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7144" y="5746157"/>
            <a:ext cx="100656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823224" y="574615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9810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516157" y="5746157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59210" y="5529692"/>
            <a:ext cx="4752387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18246" y="5746157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607835" y="5746157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25649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574547" y="5746157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29437" y="5746157"/>
            <a:ext cx="1202855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fontconfig・フォント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8109" y="6061015"/>
            <a:ext cx="9583489" cy="2164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035" y="1062645"/>
            <a:ext cx="295179" cy="338472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9035" y="4644154"/>
            <a:ext cx="295179" cy="137750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3572" y="2125291"/>
            <a:ext cx="295179" cy="3365044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Kestrel(HTTP サーバー)が要求をパイプラインへ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載せる: IIS・Docker・systemd・作業プロセス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528063" y="1653004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528063" y="1849790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528063" y="2046576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capture-culture・iis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400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70331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6627760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163018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7320447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835701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8993130" y="6533302"/>
            <a:ext cx="51164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ホスト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622846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9780275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