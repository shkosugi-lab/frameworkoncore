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0074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① Windows Server + .NET Framework 4.8(元のサーバー)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929" y="393572"/>
            <a:ext cx="216464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1965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1965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053796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2832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2832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942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0978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30088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912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64002" y="610037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929" y="1062645"/>
            <a:ext cx="2164648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 の部品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965" y="1279110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System.Web.UI(ページ・コントロール)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1965" y="1475896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965" y="1672682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6935" y="1062645"/>
            <a:ext cx="1377503" cy="826502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5(NuGet)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5971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5971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Razor 3・WebPages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5971" y="1672682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53796" y="1062645"/>
            <a:ext cx="1298789" cy="1121681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2(NuGet)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2832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System.Web.Http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2832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2832" y="1672682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Newtonsoft.Json(他社)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1942" y="1062645"/>
            <a:ext cx="1298789" cy="1121681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50978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System.Web.Services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50978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30088" y="1062645"/>
            <a:ext cx="1377503" cy="1121681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89124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System.ServiceModel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9124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Activation(.svc)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89124" y="1672682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IIS でのホスト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929" y="1928505"/>
            <a:ext cx="3581509" cy="255822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1965" y="1967862"/>
            <a:ext cx="195187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バンドル: System.Web.Optimization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73356" y="1967862"/>
            <a:ext cx="1466303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WebGrease(公開元は未確認)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46949" y="393572"/>
            <a:ext cx="1849790" cy="179075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5985" y="767466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05985" y="964252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05985" y="1161038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05985" y="1357824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05985" y="1554611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DLL・NuGet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19236" y="2184327"/>
            <a:ext cx="1377503" cy="70843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619236" y="2656614"/>
            <a:ext cx="1377503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1523" y="2892757"/>
            <a:ext cx="90521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9091523" y="3128901"/>
            <a:ext cx="90521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929" y="2223684"/>
            <a:ext cx="8146949" cy="62971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System.Web のコア ― 全種類で共通(Microsoft)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1965" y="2440149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15074" y="2440149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83215" y="2440149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87121" y="2440149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1965" y="2636935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99185" y="2636935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891693" y="2636935"/>
            <a:ext cx="265440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実行時コンパイル(Global.asax・App_Code・ページ)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929" y="2892757"/>
            <a:ext cx="8619236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データ・その他のライブラリ ― 全種類で共通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1965" y="3109222"/>
            <a:ext cx="169875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Entity Framework(NuGet。EF6)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20240" y="3109222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LINQ to SQL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992872" y="3109222"/>
            <a:ext cx="172458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System.Drawing(.NET 版で公開)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46975" y="3109222"/>
            <a:ext cx="157478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構成(System.Configuration)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929" y="3365044"/>
            <a:ext cx="9563810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Framework 4.8 クラスライブラリ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1965" y="3581509"/>
            <a:ext cx="45900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0487" y="3581509"/>
            <a:ext cx="186922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System.Data(ADO.NET・SqlClient)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79228" y="3581509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47368" y="3581509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System.Core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220000" y="3581509"/>
            <a:ext cx="17090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System.Runtime.Serialization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929" y="3837331"/>
            <a:ext cx="9563810" cy="491965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mscorlib + CLR 4(一組で動く)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1965" y="4053796"/>
            <a:ext cx="35997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mscorlib: object・string・double・CultureInfo・BinaryFormatter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21195" y="4053796"/>
            <a:ext cx="2225652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CLR 4(clr.dll): JIT・GC・double の書式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929" y="4368654"/>
            <a:ext cx="9563810" cy="491965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― ネイティブ(C++)。.NET をプロセス(w3wp)に載せる側・統合パイプライン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1965" y="4585119"/>
            <a:ext cx="131133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アプリケーション プール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832817" y="4585119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605449" y="4585119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静的ファイル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72915" y="4585119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customHeaders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259191" y="4585119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840695" y="4585119"/>
            <a:ext cx="77927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Windows 認証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27271" y="4408011"/>
            <a:ext cx="1656448" cy="196786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333333"/>
                </a:solidFill>
                <a:latin typeface="Yu Gothic UI"/>
                <a:ea typeface="Yu Gothic UI"/>
              </a:rPr>
              <a:t>HTTP サーバー(要求を受ける)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2929" y="4899977"/>
            <a:ext cx="9563810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1965" y="5116441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http.sys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94131" y="5116441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69009" y="5116441"/>
            <a:ext cx="122868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NLS(カルチャのデータ)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27211" y="5116441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94677" y="5116441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869555" y="5116441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SChannel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2929" y="5431299"/>
            <a:ext cx="9563810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サーバー(x64 の物理マシン・仮想マシン)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035" y="1062645"/>
            <a:ext cx="314857" cy="3266651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言語パック(サテライト。非公開)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095133" y="393572"/>
            <a:ext cx="2046576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9" name="Rectangle 88"/>
          <p:cNvSpPr/>
          <p:nvPr/>
        </p:nvSpPr>
        <p:spPr>
          <a:xfrm>
            <a:off x="10154169" y="452608"/>
            <a:ext cx="1928505" cy="21646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13205" y="669073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Visual Studio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213205" y="865859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MSBuild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213205" y="1062645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Web Deploy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13205" y="1259431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マネージャー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213205" y="1456218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SQL Server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154169" y="2676292"/>
            <a:ext cx="1928505" cy="1908826"/>
          </a:xfrm>
          <a:prstGeom prst="rect">
            <a:avLst/>
          </a:prstGeom>
          <a:solidFill>
            <a:srgbClr val="FFFFFF"/>
          </a:solidFill>
          <a:ln w="9832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ソースの公開(項目の色と枠)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232883" y="2932114"/>
            <a:ext cx="590358" cy="177107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862599" y="2902596"/>
            <a:ext cx="1161038" cy="5116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referencesource(MIT)にソースがある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232883" y="3483116"/>
            <a:ext cx="590358" cy="177107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862599" y="3453598"/>
            <a:ext cx="1161038" cy="5116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Microsoft が別に公開(GitHub。Apache 2.0・MIT)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232883" y="4034117"/>
            <a:ext cx="590358" cy="177107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862599" y="4004599"/>
            <a:ext cx="1161038" cy="5116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ソースは非公開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154169" y="4644154"/>
            <a:ext cx="1928505" cy="16726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見方: 縦に並ぶ箱は、その上のアプリの種類が使う部品。横に広い箱は全種類で共通。右の階段は、アプリが直接使う層(段ごとにその下の層に載る)。左の縦の帯は、いくつもの層の部品に付くもの。黄色の印は要求を受ける HTTP サーバー:IIS は .NET を載せる側、Kestrel は .NET の上のライブラリなので、段が違う。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1554611" y="6533302"/>
            <a:ext cx="1780915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Microsoft(.NET Framework)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53598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3611027" y="6533302"/>
            <a:ext cx="1904890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Microsoft(NuGet・言語パック)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633989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5791418" y="6533302"/>
            <a:ext cx="172187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Framework の実行環境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631369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7788798" y="6533302"/>
            <a:ext cx="88947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Web サーバー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796344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8953773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② Windows / Linux サーバー + .NET 10(そのまま移すと)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929" y="393572"/>
            <a:ext cx="216464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1965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806" y="610037"/>
            <a:ext cx="124934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作り直し(Blazor など)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114603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MVC に書き直し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053796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2832" y="610037"/>
            <a:ext cx="918745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に書き直し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1942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0978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30088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89124" y="61003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 に移す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929" y="1062645"/>
            <a:ext cx="2164648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System.Web.UI は無い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1965" y="1279110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AJAX・Chart・Dynamic Data・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1965" y="1475896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Mobile・バンドルも無い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6935" y="1062645"/>
            <a:ext cx="1377503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MVC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5971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Razor(新しい版)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5971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バンドルは別の仕組み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53796" y="1062645"/>
            <a:ext cx="1298789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2832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Minimal API など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2832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1942" y="1062645"/>
            <a:ext cx="1298789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ASMX は無い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30088" y="1062645"/>
            <a:ext cx="1377503" cy="108232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89124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.svc・basicHttp など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89124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一部の機能は無い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6949" y="393572"/>
            <a:ext cx="1849790" cy="1751397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全種類で共通(作り直し)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05985" y="767466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 → Program.cs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5985" y="964252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→ JSON 構成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05985" y="1161038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 は動かない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05985" y="1357824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ライブラリを .NET 向けに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19236" y="2144969"/>
            <a:ext cx="1377503" cy="70843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8619236" y="2617256"/>
            <a:ext cx="1377503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1523" y="2853400"/>
            <a:ext cx="90521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91523" y="3089543"/>
            <a:ext cx="90521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929" y="2184327"/>
            <a:ext cx="8146949" cy="62971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― 全種類の土台(System.Web とは別物。System.Web のコアは無い)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1965" y="2400791"/>
            <a:ext cx="174008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Kestrel(.NET の上のライブラリ)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261565" y="2400791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29031" y="2400791"/>
            <a:ext cx="95490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ルーティング(新)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13455" y="2400791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セッション(仕組みが違う)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11129" y="2400791"/>
            <a:ext cx="128034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Cookie 認証・Identity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20987" y="2400791"/>
            <a:ext cx="115119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実行時コンパイル無し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10410" y="2223684"/>
            <a:ext cx="1656448" cy="196786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333333"/>
                </a:solidFill>
                <a:latin typeface="Yu Gothic UI"/>
                <a:ea typeface="Yu Gothic UI"/>
              </a:rPr>
              <a:t>HTTP サーバー(要求を受ける)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929" y="2853400"/>
            <a:ext cx="8619236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のライブラリ ― 全種類で共通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1965" y="3069865"/>
            <a:ext cx="148180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Microsoft.Data.SqlClient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003283" y="3069865"/>
            <a:ext cx="78960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 Core・EF6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822406" y="3069865"/>
            <a:ext cx="208617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System.Drawing.Common(Windows のみ)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8104" y="3069865"/>
            <a:ext cx="106338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SQL(無し)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31005" y="3069865"/>
            <a:ext cx="134749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構成(appsettings.json)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2929" y="3325687"/>
            <a:ext cx="9563810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1965" y="3542152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System.Data(DataTable)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89639" y="3542152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57779" y="3542152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14522" y="3542152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14442" y="3542152"/>
            <a:ext cx="1600609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BinaryFormatter(削除・例外)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2929" y="3797974"/>
            <a:ext cx="9563810" cy="491965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1965" y="4014439"/>
            <a:ext cx="2587246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CoreLib: object・string・double・CultureInfo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108730" y="4014439"/>
            <a:ext cx="2483934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double の書式・Parse・カルチャは .NET の動き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61807" y="3847170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2929" y="4329296"/>
            <a:ext cx="4781905" cy="491965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プロセスを載せる(Windows)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1965" y="4545761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07775" y="4545761"/>
            <a:ext cx="1776241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 に転送(アウト プロセス)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013535" y="4545761"/>
            <a:ext cx="1605775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を載せる(イン プロセス)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4192" y="4329296"/>
            <a:ext cx="4742548" cy="491965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プロセスを載せる(Linux)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313228" y="4545761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systemd・Docker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02816" y="4545761"/>
            <a:ext cx="2241149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nginx・Apache(任意。Kestrel に転送する)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929" y="4860619"/>
            <a:ext cx="4781905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1965" y="507708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6843" y="5077084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 または ICU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778947" y="5077084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46413" y="507708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54192" y="4860619"/>
            <a:ext cx="4742548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313228" y="5077084"/>
            <a:ext cx="166259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ext4・xfs(大文字小文字を区別)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005343" y="507708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23399" y="5077084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IANA のタイムゾーン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78288" y="5077084"/>
            <a:ext cx="60880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 なし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2929" y="5391942"/>
            <a:ext cx="9563810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9035" y="1062645"/>
            <a:ext cx="314857" cy="322729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言語パックは無い(英語)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095133" y="393572"/>
            <a:ext cx="2046576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10154169" y="452608"/>
            <a:ext cx="1928505" cy="413251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213205" y="669073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 Studio・VS Code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213205" y="865859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dotnet CLI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13205" y="1062645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213205" y="1259431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GitHub Actions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54169" y="4644154"/>
            <a:ext cx="1928505" cy="16726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見方: 縦に並ぶ箱は、その上のアプリの種類が使う部品。横に広い箱は全種類で共通。右の階段は、アプリが直接使う層(段ごとにその下の層に載る)。左の縦の帯は、いくつもの層の部品に付くもの。黄色の印は要求を受ける HTTP サーバー:IIS は .NET を載せる側、Kestrel は .NET の上のライブラリなので、段が違う。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9" name="Rectangle 88"/>
          <p:cNvSpPr/>
          <p:nvPr/>
        </p:nvSpPr>
        <p:spPr>
          <a:xfrm>
            <a:off x="1554611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14567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1" name="Rectangle 90"/>
          <p:cNvSpPr/>
          <p:nvPr/>
        </p:nvSpPr>
        <p:spPr>
          <a:xfrm>
            <a:off x="257199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コミュニティ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555927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3713356" y="6533302"/>
            <a:ext cx="10724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の実行環境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90391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5061341" y="6533302"/>
            <a:ext cx="223549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ランタイム(差し替え不可)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414905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7" name="Rectangle 96"/>
          <p:cNvSpPr/>
          <p:nvPr/>
        </p:nvSpPr>
        <p:spPr>
          <a:xfrm>
            <a:off x="7572334" y="6533302"/>
            <a:ext cx="110200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プロセスのホスト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92408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9" name="Rectangle 98"/>
          <p:cNvSpPr/>
          <p:nvPr/>
        </p:nvSpPr>
        <p:spPr>
          <a:xfrm>
            <a:off x="8949837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③ Windows / Linux サーバー + FrameworkOnCore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929" y="393572"/>
            <a:ext cx="216464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1965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1965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220074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6367" y="393572"/>
            <a:ext cx="114136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5403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5403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7084" y="393572"/>
            <a:ext cx="114136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6120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7802" y="393572"/>
            <a:ext cx="1220074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16837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6837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929" y="1062645"/>
            <a:ext cx="2164648" cy="76746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965" y="1279110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System.Web.UI(ページ・コントロール)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1965" y="1475896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965" y="1672682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6935" y="1062645"/>
            <a:ext cx="1220074" cy="76746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5(移植)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5971" y="1279110"/>
            <a:ext cx="110200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5971" y="1475896"/>
            <a:ext cx="110200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 3・WebPages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5971" y="1672682"/>
            <a:ext cx="110200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96367" y="1062645"/>
            <a:ext cx="1141360" cy="104296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2(移植)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5403" y="1279110"/>
            <a:ext cx="10232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System.Web.Http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55403" y="1475896"/>
            <a:ext cx="10232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55403" y="1672682"/>
            <a:ext cx="10232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Newtonsoft.Json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7084" y="1062645"/>
            <a:ext cx="1141360" cy="104296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ASMX(移植)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6120" y="1279110"/>
            <a:ext cx="10232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36120" y="1475896"/>
            <a:ext cx="10232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7802" y="1062645"/>
            <a:ext cx="1220074" cy="1042967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 + FOC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16837" y="1279110"/>
            <a:ext cx="1102002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16837" y="1475896"/>
            <a:ext cx="1102002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 の構成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6837" y="1672682"/>
            <a:ext cx="1102002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互換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929" y="1869469"/>
            <a:ext cx="3424080" cy="236143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バンドル(System.Web.Optimization・WebGrease。移植)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17233" y="393572"/>
            <a:ext cx="2479506" cy="171204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全種類で共通(ほぼそのまま)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76269" y="767466"/>
            <a:ext cx="236143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76269" y="964252"/>
            <a:ext cx="236143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76269" y="1161038"/>
            <a:ext cx="236143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76269" y="1357824"/>
            <a:ext cx="236143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76269" y="1554611"/>
            <a:ext cx="236143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DLL(付け替え)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9520" y="2105612"/>
            <a:ext cx="2007219" cy="141686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7989520" y="2577899"/>
            <a:ext cx="2007219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89520" y="3325687"/>
            <a:ext cx="2007219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Compat ↓(違う所・無い所だけ)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60596" y="3522473"/>
            <a:ext cx="236143" cy="86585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直接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89520" y="3561830"/>
            <a:ext cx="1731718" cy="82650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FrameworkOnCore.Compat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8556" y="3778295"/>
            <a:ext cx="1613647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数値・カルチャ・ファイル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8556" y="3975081"/>
            <a:ext cx="1613647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VB の文字列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8556" y="4171868"/>
            <a:ext cx="1613647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削除された型・メンバー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929" y="2144969"/>
            <a:ext cx="7517233" cy="62971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 のコア ― 全種類で共通(referencesource の移植)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1965" y="2361434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15074" y="2361434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83215" y="2361434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87121" y="2361434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1965" y="2558220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99185" y="2558220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91693" y="2558220"/>
            <a:ext cx="215333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Compilers(実行時コンパイル + 書き換え)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929" y="2814043"/>
            <a:ext cx="5470657" cy="61003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互換ミドルウェア(FrameworkOnCore。IIS と同じ順、既定は IIS 互換)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1965" y="3030507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73468" y="3030507"/>
            <a:ext cx="159027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応答ヘッダー(customHeaders)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93265" y="3030507"/>
            <a:ext cx="3246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047480" y="3030507"/>
            <a:ext cx="147663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エラー ページ(httpErrors)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53633" y="303050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1965" y="3227294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httpRedirect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21419" y="3227294"/>
            <a:ext cx="27008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既定のドキュメント・静的ファイル・フォルダーの一覧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51828" y="3227294"/>
            <a:ext cx="63463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929" y="3453598"/>
            <a:ext cx="5470657" cy="3935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作業プロセス(FrameworkOnCore。アプリケーション プールの役目)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1965" y="3670063"/>
            <a:ext cx="174008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web.config・bin の変更で再起動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61565" y="3670063"/>
            <a:ext cx="117186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 のコピーから実行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462945" y="3670063"/>
            <a:ext cx="175557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再起動中の要求を待たせる(Linux)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929" y="3876688"/>
            <a:ext cx="5470657" cy="51164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Core(Microsoft)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91965" y="4093153"/>
            <a:ext cx="174008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Kestrel(.NET の上のライブラリ)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61565" y="4093153"/>
            <a:ext cx="146113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ミドルウェアのパイプライン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52221" y="4093153"/>
            <a:ext cx="8515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構成・ログ・DI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034117" y="3896367"/>
            <a:ext cx="1656448" cy="196786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333333"/>
                </a:solidFill>
                <a:latin typeface="Yu Gothic UI"/>
                <a:ea typeface="Yu Gothic UI"/>
              </a:rPr>
              <a:t>HTTP サーバー(要求を受ける)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42944" y="2814043"/>
            <a:ext cx="2007219" cy="1574289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ライブラリの移植・代わり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(全種類で共通)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01979" y="3187936"/>
            <a:ext cx="1889147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SqlClient(移植)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01979" y="3384723"/>
            <a:ext cx="1889147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SQL(移植)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01979" y="3581509"/>
            <a:ext cx="1889147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EF4 → EF6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01979" y="3778295"/>
            <a:ext cx="1889147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Drawing.Common(Linux)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01979" y="3975081"/>
            <a:ext cx="1889147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BinaryFormatter(互換)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01979" y="4171868"/>
            <a:ext cx="1889147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構成(移植)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929" y="4427690"/>
            <a:ext cx="9563810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クラスライブラリ(そのまま。Compat も、その上で動く)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91965" y="4644154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64597" y="4644154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80407" y="4644154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37149" y="4644154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037069" y="4644154"/>
            <a:ext cx="165226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System.Diagnostics.EventLog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32929" y="4899977"/>
            <a:ext cx="9563810" cy="452608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1965" y="5116441"/>
            <a:ext cx="2628572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のまま(ASP.NET Core は .NET の動きが前提)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150055" y="5116441"/>
            <a:ext cx="2845528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アプリの、結果が違う呼び出しだけ Compat に書き換える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461807" y="4949173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929" y="5391942"/>
            <a:ext cx="4781905" cy="393572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プロセスを載せる(Windows)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91965" y="5608407"/>
            <a:ext cx="2892019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ANCM(任意): Kestrel に転送する・.NET を載せる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254192" y="5391942"/>
            <a:ext cx="4742548" cy="393572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プロセスを載せる(Linux)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313228" y="5608407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Docker・systemd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2929" y="5824872"/>
            <a:ext cx="4781905" cy="3935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1965" y="60413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66843" y="604133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84899" y="6041337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254192" y="5824872"/>
            <a:ext cx="4742548" cy="3935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313228" y="6041337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61884" y="604133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79940" y="6041337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TZ = 元のサーバーの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434829" y="60413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libgdiplus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2929" y="6257802"/>
            <a:ext cx="9563810" cy="177107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9035" y="1062645"/>
            <a:ext cx="314857" cy="3325687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独自の翻訳(各アセンブリのサテライト)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035" y="4427690"/>
            <a:ext cx="314857" cy="1790754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カルチャ プロファイル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095133" y="393572"/>
            <a:ext cx="2046576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10154169" y="452608"/>
            <a:ext cx="1928505" cy="413251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Studio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213205" y="669073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① 読み込み・元のビルド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213205" y="865859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② 解析(使っている API)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213205" y="1062645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③ 部品の選択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213205" y="1259431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④ アプリの設定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213205" y="1456218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⑤ 変換(書き換え規則)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213205" y="1653004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⑥ 配置(Docker・systemd)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13205" y="1849790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ParityTest(IIS と比べる)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0213205" y="2046576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capture-culture・capture-iis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154169" y="4644154"/>
            <a:ext cx="1928505" cy="16726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見方: 縦に並ぶ箱は、その上のアプリの種類が使う部品。横に広い箱は全種類で共通。右の階段は、アプリが直接使う層(段ごとにその下の層に載る)。左の縦の帯は、いくつもの層の部品に付くもの。黄色の印は要求を受ける HTTP サーバー:IIS は .NET を載せる側、Kestrel は .NET の上のライブラリなので、段が違う。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1554611" y="6533302"/>
            <a:ext cx="149754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170226" y="6572659"/>
            <a:ext cx="137750" cy="13775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332765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移植・代わり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311586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4469015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28971" y="6572659"/>
            <a:ext cx="137750" cy="13775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400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互換・ツール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70331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6627760" y="6533302"/>
            <a:ext cx="417186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163018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7320447" y="6533302"/>
            <a:ext cx="139718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835701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8993130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CoreLib だけは例外: ランタイムと一組で、アプリから差し替えられない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750" y="452608"/>
            <a:ext cx="5805193" cy="3246972"/>
          </a:xfrm>
          <a:prstGeom prst="rect">
            <a:avLst/>
          </a:prstGeom>
          <a:solidFill>
            <a:srgbClr val="F4F8FC"/>
          </a:solidFill>
          <a:ln w="19664">
            <a:solidFill>
              <a:srgbClr val="3B73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255822" y="511644"/>
            <a:ext cx="5510014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B73B9"/>
                </a:solidFill>
                <a:latin typeface="Yu Gothic UI"/>
                <a:ea typeface="Yu Gothic UI"/>
              </a:rPr>
              <a:t>普通のアセンブリ(例: System.Web)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358" y="905216"/>
            <a:ext cx="1967862" cy="49196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161" b="1">
                <a:solidFill>
                  <a:srgbClr val="FFFFFF"/>
                </a:solidFill>
                <a:latin typeface="Yu Gothic UI"/>
                <a:ea typeface="Yu Gothic UI"/>
              </a:rPr>
              <a:t>アプリ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972" y="905216"/>
            <a:ext cx="2263041" cy="49196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</a:t>
            </a:r>
          </a:p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(referencesource の移植)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58220" y="1151199"/>
            <a:ext cx="669074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6972" y="1574289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BBBBBB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0">
                <a:solidFill>
                  <a:srgbClr val="999999"/>
                </a:solidFill>
                <a:latin typeface="Yu Gothic UI"/>
                <a:ea typeface="Yu Gothic UI"/>
              </a:rPr>
              <a:t>.NET の System.Web(型転送だけ)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6614" y="1574289"/>
            <a:ext cx="590358" cy="3935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2012" b="1">
                <a:solidFill>
                  <a:srgbClr val="D32F2F"/>
                </a:solidFill>
                <a:latin typeface="Yu Gothic UI"/>
                <a:ea typeface="Yu Gothic UI"/>
              </a:rPr>
              <a:t>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179" y="2105612"/>
            <a:ext cx="5510014" cy="157428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・アプリと一緒に bin に置ける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・同じ名前でも、アプリが選んだ版が読み込まれる(deps.json)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→ referencesource の ASP.NET を移植して丸ごと差し替えた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   (意地悪コーパスでも最初から一致)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9730" y="452608"/>
            <a:ext cx="5923265" cy="3246972"/>
          </a:xfrm>
          <a:prstGeom prst="rect">
            <a:avLst/>
          </a:prstGeom>
          <a:solidFill>
            <a:srgbClr val="FBF6EA"/>
          </a:solidFill>
          <a:ln w="29496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257802" y="511644"/>
            <a:ext cx="5706800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E2470"/>
                </a:solidFill>
                <a:latin typeface="Yu Gothic UI"/>
                <a:ea typeface="Yu Gothic UI"/>
              </a:rPr>
              <a:t>System.Private.CoreLib(.NET Framework の mscorlib)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5552" y="905216"/>
            <a:ext cx="2459827" cy="905216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CoreLib(C#)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object・string・double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CultureInfo・Directory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5380" y="905216"/>
            <a:ext cx="2459827" cy="905216"/>
          </a:xfrm>
          <a:prstGeom prst="rect">
            <a:avLst/>
          </a:prstGeom>
          <a:solidFill>
            <a:srgbClr val="2B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CoreCLR(C++)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JIT・GC・型の形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6628" y="787144"/>
            <a:ext cx="1377503" cy="236143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一組でビルド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26456" y="806823"/>
            <a:ext cx="1338146" cy="236143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差し替え不可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7159" y="1889147"/>
            <a:ext cx="5706800" cy="181043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・ランタイムが string・object・Exception の形を直接読む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・CoreLib がランタイムの C++ の関数を直接呼ぶ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・JIT が一部のメソッドを特別扱いする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・アプリより先に読み込まれ、1 プロセスに 1 つ(deps.json で選べない)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・mscorlib も CLR 4 と一体(double の書式は clr.dll の C++)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750" y="3837331"/>
            <a:ext cx="11925245" cy="2617256"/>
          </a:xfrm>
          <a:prstGeom prst="rect">
            <a:avLst/>
          </a:prstGeom>
          <a:solidFill>
            <a:srgbClr val="F3FAF5"/>
          </a:solidFill>
          <a:ln w="19664">
            <a:solidFill>
              <a:srgbClr val="3AA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5822" y="3896367"/>
            <a:ext cx="11610387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AA357"/>
                </a:solidFill>
                <a:latin typeface="Yu Gothic UI"/>
                <a:ea typeface="Yu Gothic UI"/>
              </a:rPr>
              <a:t>そこで: CoreLib は .NET のまま、アプリの呼び出しだけを置き換える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572" y="4329296"/>
            <a:ext cx="2263041" cy="393572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アプリのコード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1793" y="4329296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price.ToString()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4513" y="4526083"/>
            <a:ext cx="669073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14835" y="4112832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3AA357"/>
                </a:solidFill>
                <a:latin typeface="Yu Gothic UI"/>
                <a:ea typeface="Yu Gothic UI"/>
              </a:rPr>
              <a:t>変換器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265" y="4329296"/>
            <a:ext cx="3246972" cy="39357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FrameworkNumbers.ToString(price)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8309" y="4388332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1">
                <a:solidFill>
                  <a:srgbClr val="333333"/>
                </a:solidFill>
                <a:latin typeface="Yu Gothic UI"/>
                <a:ea typeface="Yu Gothic UI"/>
              </a:rPr>
              <a:t>→ 0.3(.NET Framework と同じ)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572" y="4919655"/>
            <a:ext cx="2263041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ASP.NET Core・JSON など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1793" y="4919655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double.ToString()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4513" y="5116441"/>
            <a:ext cx="669073" cy="0"/>
          </a:xfrm>
          <a:prstGeom prst="line">
            <a:avLst/>
          </a:prstGeom>
          <a:ln w="2458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214835" y="4703190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888888"/>
                </a:solidFill>
                <a:latin typeface="Yu Gothic UI"/>
                <a:ea typeface="Yu Gothic UI"/>
              </a:rPr>
              <a:t>そのまま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23265" y="4919655"/>
            <a:ext cx="3246972" cy="393572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CoreLib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309" y="4978691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06" b="1">
                <a:solidFill>
                  <a:srgbClr val="333333"/>
                </a:solidFill>
                <a:latin typeface="Yu Gothic UI"/>
                <a:ea typeface="Yu Gothic UI"/>
              </a:rPr>
              <a:t>→ 0.30000000000000004(.NET の前提どおり)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572" y="5510014"/>
            <a:ext cx="11511994" cy="88553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CoreLib を自前で作り直す案は取らない: .NET 全体(毎月のセキュリティ更新、Windows・Linux・x64・ARM64)を自前で保守することになり、</a:t>
            </a:r>
          </a:p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プロセス全体の動きが変わるので .NET 側の部品(ASP.NET Core、System.Text.Json など)を壊すおそれがある。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